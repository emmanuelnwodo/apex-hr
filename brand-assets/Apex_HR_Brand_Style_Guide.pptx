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STYLE GUIDE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HR LLC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 Guidelines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Edition | Confidential — Internal &amp; Partner Use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this guide.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Brand Overview &amp; Voice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72200" y="17830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— Logo &amp; Logo Usage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Color Palette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72200" y="2286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— Typography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— Tone of Voice &amp; Messaging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27889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— Layout &amp; Spacing Principles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— Iconography &amp; Imagery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32918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— Stationery Applications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— Digital Applications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37947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— Don'ts &amp; Common Mistakes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 |  BRAND STYLE GUIDE  |  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BRAND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are, in one page.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solidFill>
            <a:srgbClr val="F0DCC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HR LLC is a premium HR consulting and people partnership firm. </a:t>
            </a:r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visual identity reflects senior-level credibility, cross-cultural warmth, and global polish — never corporate, never templated.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350215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546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Personality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&amp; credible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not corporate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fluent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understated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2971800"/>
            <a:ext cx="350215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31546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Principles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53712" y="361188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headers, sans body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+ gold + cream palette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white space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clutter, no stock-photo clichés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0144" y="2971800"/>
            <a:ext cx="350215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31546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Pair Logo With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38744" y="361188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Tagline: “Global People Partners”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 on all sides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color combinations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Cambria or Calibri typography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 |  BRAND STYLE GUIDE  |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LOGO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primary logo lockup.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ctr" indent="0" marL="0">
              <a:buNone/>
            </a:pPr>
            <a:r>
              <a:rPr lang="en-US" sz="32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E O P L E   P A R T N E R 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lockup — light backgrounds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737360"/>
            <a:ext cx="5440680" cy="2011680"/>
          </a:xfrm>
          <a:prstGeom prst="rect">
            <a:avLst/>
          </a:prstGeom>
          <a:solidFill>
            <a:srgbClr val="2B2733"/>
          </a:solidFill>
          <a:ln/>
        </p:spPr>
      </p:sp>
      <p:sp>
        <p:nvSpPr>
          <p:cNvPr id="10" name="Text 8"/>
          <p:cNvSpPr/>
          <p:nvPr/>
        </p:nvSpPr>
        <p:spPr>
          <a:xfrm>
            <a:off x="6080760" y="219456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ctr" indent="0" marL="0">
              <a:buNone/>
            </a:pPr>
            <a:r>
              <a:rPr lang="en-US" sz="32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080760" y="27889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DDD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E O P L E   P A R T N E R 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38404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lockup — dark backgrounds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Space &amp; Minimum Size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clear space around the logo equal to the height of the letter “A” in APEX on all sides.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width: 1 inch (print) / 120px (digital). Never stretch, rotate, or recolor the wordmark outside approved palettes.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 |  BRAND STYLE GUIDE  |  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LOGO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Monogram mark.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monogram as a compact identifier for favicons, app icons, ID card photo frames, and social profile pictures — anywhere the full wordmark won't fit legibly.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3291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880360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89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880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606040"/>
            <a:ext cx="3291840" cy="2377440"/>
          </a:xfrm>
          <a:prstGeom prst="rect">
            <a:avLst/>
          </a:prstGeom>
          <a:solidFill>
            <a:srgbClr val="2B2733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2880360"/>
            <a:ext cx="1371600" cy="1371600"/>
          </a:xfrm>
          <a:prstGeom prst="ellipse">
            <a:avLst/>
          </a:prstGeom>
          <a:solidFill>
            <a:srgbClr val="2B2733"/>
          </a:solidFill>
          <a:ln w="31750">
            <a:solidFill>
              <a:srgbClr val="B896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880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48056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navy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2606040"/>
            <a:ext cx="3291840" cy="2377440"/>
          </a:xfrm>
          <a:prstGeom prst="rect">
            <a:avLst/>
          </a:prstGeom>
          <a:solidFill>
            <a:srgbClr val="F0DCCB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2880360"/>
            <a:ext cx="1371600" cy="1371600"/>
          </a:xfrm>
          <a:prstGeom prst="ellipse">
            <a:avLst/>
          </a:prstGeom>
          <a:solidFill>
            <a:srgbClr val="F0DCCB"/>
          </a:solidFill>
          <a:ln w="31750">
            <a:solidFill>
              <a:srgbClr val="2B2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2880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09244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peach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 |  BRAND STYLE GUIDE  | 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COLOR PALETTE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colors, and what they're for.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02152" cy="1417320"/>
          </a:xfrm>
          <a:prstGeom prst="rect">
            <a:avLst/>
          </a:prstGeom>
          <a:solidFill>
            <a:srgbClr val="2B2733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Navy Charcoal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#2B2733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backgrounds, headlines, body text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02152" cy="1417320"/>
          </a:xfrm>
          <a:prstGeom prst="rect">
            <a:avLst/>
          </a:prstGeom>
          <a:solidFill>
            <a:srgbClr val="B8966B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8288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Gold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16712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#B8966B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07992" y="251460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— highlights, labels, key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10144" y="1691640"/>
            <a:ext cx="3502152" cy="1417320"/>
          </a:xfrm>
          <a:prstGeom prst="rect">
            <a:avLst/>
          </a:prstGeom>
          <a:solidFill>
            <a:srgbClr val="FAF6F0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8288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93024" y="216712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#FAF6F0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93024" y="251460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background for content slides/pages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3502152" cy="1417320"/>
          </a:xfrm>
          <a:prstGeom prst="rect">
            <a:avLst/>
          </a:prstGeom>
          <a:solidFill>
            <a:srgbClr val="F0DCCB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8328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Peach Blush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72160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#F0DCCB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Callouts, quotes, soft emphasis blocks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25112" y="3246120"/>
            <a:ext cx="3502152" cy="1417320"/>
          </a:xfrm>
          <a:prstGeom prst="rect">
            <a:avLst/>
          </a:prstGeom>
          <a:solidFill>
            <a:srgbClr val="6E6A6E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338328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Slate Gray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7992" y="372160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#6E6A6E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07992" y="406908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copy, secondary text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10144" y="3246120"/>
            <a:ext cx="35021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3024" y="338328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93024" y="372160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93024" y="406908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backgrounds, reversed text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 |  BRAND STYLE GUIDE  |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TYPOGRAPHY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typefaces, clear roles.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Cambria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slide titles, section headers, logo wordmark, pull quotes.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AaBbCcDdEe
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0123456789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Bookman Old Style, Times New Roman, Georgia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691640"/>
            <a:ext cx="5440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UI 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355080" y="2880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body copy, captions, table content, footers, navigation labels.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3520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AaBbCcDdEe
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0123456789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55080" y="5074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Arial, Helvetica, Segoe UI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 |  BRAND STYLE GUIDE  | 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TYPOGRAPHY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scale &amp; hierarchy.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34640" y="1783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Transforming organisations through people.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Mission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34640" y="3703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is a premium HR consulting and people partnership firm.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FOOTER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4663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| Global People Partners | info@apexhrllc.com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 |  BRAND STYLE GUIDE  |  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TONE OF VOICE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Apex HR sounds.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80760" y="16916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6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senior-practitioner tone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194560"/>
            <a:ext cx="5440680" cy="777240"/>
          </a:xfrm>
          <a:prstGeom prst="rect">
            <a:avLst/>
          </a:prstGeom>
          <a:solidFill>
            <a:srgbClr val="F4F1EC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Jargon-heavy corporate-speak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089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and relationship-led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3108960"/>
            <a:ext cx="5440680" cy="777240"/>
          </a:xfrm>
          <a:prstGeom prst="rect">
            <a:avLst/>
          </a:prstGeom>
          <a:solidFill>
            <a:srgbClr val="F4F1EC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Cold, transactional language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023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outcome-focused claims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4023360"/>
            <a:ext cx="5440680" cy="777240"/>
          </a:xfrm>
          <a:prstGeom prst="rect">
            <a:avLst/>
          </a:prstGeom>
          <a:solidFill>
            <a:srgbClr val="F4F1EC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023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buzzwords without evidence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937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fluency, locally grounded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80760" y="4937760"/>
            <a:ext cx="5440680" cy="777240"/>
          </a:xfrm>
          <a:prstGeom prst="rect">
            <a:avLst/>
          </a:prstGeom>
          <a:solidFill>
            <a:srgbClr val="F4F1EC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9377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generic phrasing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 |  BRAND STYLE GUIDE  |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LAYOUT &amp; SPACING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 rules.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057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0.5” margin on print; 0.7” on presentation slides. Never let text or logos touch the edge.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7220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057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Kicker label → Title → Supporting text → Detail. Always in that visual order, top to bottom.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108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Space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4747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content breathe. Dense, cluttered layouts contradict our premium positioning.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72200" y="3154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3108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Accent Use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4747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is a highlight, not a base color. Use it for 10-15% of any layout, never as a dominant fill.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526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Dark/Light Pairing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892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navy backgrounds for cover, section dividers, and closing slides; cream/white for content-heavy pages.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4572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0" y="4526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carries the wordmark top-left and the footer contact line — no exceptions.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 |  BRAND STYLE GUIDE  |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| STATIONERY APPLICATIONS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identity shows up.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02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Letterhead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Letter / A4 template for formal correspondence, proposals, and offer letters.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02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87452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07992" y="228600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3.5" × 2" double-sided card — navy front with wordmark, cream back with contact details.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10144" y="1691640"/>
            <a:ext cx="3502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87452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ID Card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93024" y="228600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CR80 standard size badge with photo, role, and ID number for office and event access.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3502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40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PowerPoint Template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section divider, content, and closing slide masters for client and internal decks.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5112" y="3657600"/>
            <a:ext cx="3502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3840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Signature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07992" y="425196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signature block with logo, name, title, and contact details for daily correspondence.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10144" y="3657600"/>
            <a:ext cx="3502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3840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 Kit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93024" y="425196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banner and profile photo frame to keep company and personal profiles aligned.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 |  BRAND STYLE GUIDE  |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| DON'TS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to avoid.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recolor the logo outside approved palettes (no blue, no red, no rainbow gradients)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place the gold wordmark on light/cream backgrounds without sufficient contrast checking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stretch, skew, or rotate the logo lockup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more than two typefaces in any single document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center-align body paragraphs — left-align for readability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overcrowd slides or pages; respect minimum margins and white space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substitute stock corporate clip-art or generic handshake imagery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6E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drop shadows, bevels, or outdated 3D text effects on the wordmark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HR LLC  |  BRAND STYLE GUIDE  |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</a:t>
            </a:r>
            <a:pPr algn="l" indent="0" marL="0">
              <a:buNone/>
            </a:pPr>
            <a:r>
              <a:rPr lang="en-US" sz="1600" b="1" dirty="0">
                <a:solidFill>
                  <a:srgbClr val="B89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about brand usage?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solidFill>
            <a:srgbClr val="352F3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73075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spc="150" kern="0" dirty="0">
                <a:solidFill>
                  <a:srgbClr val="B89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Bilkis Rodemade | Founder &amp; Managing Partner, Apex HR LLC 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DD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info@apexhrllc.com | +44 7762 272692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HR LLC - Brand Style Guide</dc:title>
  <dc:subject>PptxGenJS Presentation</dc:subject>
  <dc:creator>Bilkis Rodemade</dc:creator>
  <cp:lastModifiedBy>Bilkis Rodemade</cp:lastModifiedBy>
  <cp:revision>1</cp:revision>
  <dcterms:created xsi:type="dcterms:W3CDTF">2026-06-26T20:30:59Z</dcterms:created>
  <dcterms:modified xsi:type="dcterms:W3CDTF">2026-06-26T20:30:59Z</dcterms:modified>
</cp:coreProperties>
</file>